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0B9BB2-66EC-A0DC-802D-14B13FC31F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D7FF9-D573-837C-2EE4-DD76C9BD52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2E9CB-5AB0-E526-41BD-8E481DEF0E0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378825-9DD4-AEC3-C88C-D1DB3D5569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696EEF-3402-BEDF-1238-7616ACBC6F4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183512-B59A-42F2-A333-667C2A2F2A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A9480B-DE4E-49D4-7DCB-AEE096D9BE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883ACE-6465-2FE8-AA4C-1E6FFB2373F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729959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224757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8345893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6137365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48697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45312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6659912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8397686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927669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47177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041669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221604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896744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075589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36690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9864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5450151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2154603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3532435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3587708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735895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3752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391641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411535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7194152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4572069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1065763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8240740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191854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6781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7735179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7829869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556438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812509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0553811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508574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583998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6395665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2820861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5754619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1797539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614591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539424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81240928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4013088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2873968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3105311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548148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84275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6937521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257210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845980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82107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9016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598458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735355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550316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19998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03751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239523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045165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7974809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627733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513541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Phishing Awareness Training</a:t>
            </a:r>
            <a:endParaRPr/>
          </a:p>
        </p:txBody>
      </p:sp>
      <p:sp>
        <p:nvSpPr>
          <p:cNvPr id="1425668597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Understanding and Preventing Phishing Attacks</a:t>
            </a:r>
            <a:endParaRPr/>
          </a:p>
          <a:p>
            <a:pPr>
              <a:defRPr/>
            </a:pPr>
            <a:r>
              <a:rPr/>
              <a:t>Prepared by: </a:t>
            </a:r>
            <a:r>
              <a:rPr lang="en-GB"/>
              <a:t>Nandhini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29022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What is Phishing?</a:t>
            </a:r>
            <a:endParaRPr/>
          </a:p>
        </p:txBody>
      </p:sp>
      <p:sp>
        <p:nvSpPr>
          <p:cNvPr id="7616508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Phishing is a cyber attack used to steal passwords, banking details, credit card numbers, and personal information through fake emails, websites, or messages.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07996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Types of Phishing</a:t>
            </a:r>
            <a:endParaRPr/>
          </a:p>
        </p:txBody>
      </p:sp>
      <p:sp>
        <p:nvSpPr>
          <p:cNvPr id="136416093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• Email Phishing</a:t>
            </a:r>
            <a:endParaRPr/>
          </a:p>
          <a:p>
            <a:pPr>
              <a:defRPr/>
            </a:pPr>
            <a:r>
              <a:rPr/>
              <a:t>• Spear Phishing</a:t>
            </a:r>
            <a:endParaRPr/>
          </a:p>
          <a:p>
            <a:pPr>
              <a:defRPr/>
            </a:pPr>
            <a:r>
              <a:rPr/>
              <a:t>• Smishing (SMS)</a:t>
            </a:r>
            <a:endParaRPr/>
          </a:p>
          <a:p>
            <a:pPr>
              <a:defRPr/>
            </a:pPr>
            <a:r>
              <a:rPr/>
              <a:t>• Vishing (Phone Calls)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325090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How to Identify Phishing</a:t>
            </a:r>
            <a:endParaRPr/>
          </a:p>
        </p:txBody>
      </p:sp>
      <p:sp>
        <p:nvSpPr>
          <p:cNvPr id="184022594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• Unknown sender</a:t>
            </a:r>
            <a:endParaRPr/>
          </a:p>
          <a:p>
            <a:pPr>
              <a:defRPr/>
            </a:pPr>
            <a:r>
              <a:rPr/>
              <a:t>• Suspicious links</a:t>
            </a:r>
            <a:endParaRPr/>
          </a:p>
          <a:p>
            <a:pPr>
              <a:defRPr/>
            </a:pPr>
            <a:r>
              <a:rPr/>
              <a:t>• Urgent requests</a:t>
            </a:r>
            <a:endParaRPr/>
          </a:p>
          <a:p>
            <a:pPr>
              <a:defRPr/>
            </a:pPr>
            <a:r>
              <a:rPr/>
              <a:t>• Grammar mistakes</a:t>
            </a:r>
            <a:endParaRPr/>
          </a:p>
          <a:p>
            <a:pPr>
              <a:defRPr/>
            </a:pPr>
            <a:r>
              <a:rPr/>
              <a:t>• Requests for passwords or OTPs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7020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Social Engineering Techniques</a:t>
            </a:r>
            <a:endParaRPr/>
          </a:p>
        </p:txBody>
      </p:sp>
      <p:sp>
        <p:nvSpPr>
          <p:cNvPr id="51708605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• Fear</a:t>
            </a:r>
            <a:endParaRPr/>
          </a:p>
          <a:p>
            <a:pPr>
              <a:defRPr/>
            </a:pPr>
            <a:r>
              <a:rPr/>
              <a:t>• Urgency</a:t>
            </a:r>
            <a:endParaRPr/>
          </a:p>
          <a:p>
            <a:pPr>
              <a:defRPr/>
            </a:pPr>
            <a:r>
              <a:rPr/>
              <a:t>• Curiosity</a:t>
            </a:r>
            <a:endParaRPr/>
          </a:p>
          <a:p>
            <a:pPr>
              <a:defRPr/>
            </a:pPr>
            <a:r>
              <a:rPr/>
              <a:t>• Authority</a:t>
            </a:r>
            <a:endParaRPr/>
          </a:p>
          <a:p>
            <a:pPr>
              <a:defRPr/>
            </a:pPr>
            <a:r>
              <a:rPr/>
              <a:t>Attackers manipulate victims into revealing information.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07205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Best Practices</a:t>
            </a:r>
            <a:endParaRPr/>
          </a:p>
        </p:txBody>
      </p:sp>
      <p:sp>
        <p:nvSpPr>
          <p:cNvPr id="159746010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• Verify sender addresses</a:t>
            </a:r>
            <a:endParaRPr/>
          </a:p>
          <a:p>
            <a:pPr>
              <a:defRPr/>
            </a:pPr>
            <a:r>
              <a:rPr/>
              <a:t>• Enable 2FA</a:t>
            </a:r>
            <a:endParaRPr/>
          </a:p>
          <a:p>
            <a:pPr>
              <a:defRPr/>
            </a:pPr>
            <a:r>
              <a:rPr/>
              <a:t>• Use strong passwords</a:t>
            </a:r>
            <a:endParaRPr/>
          </a:p>
          <a:p>
            <a:pPr>
              <a:defRPr/>
            </a:pPr>
            <a:r>
              <a:rPr/>
              <a:t>• Avoid unknown links</a:t>
            </a:r>
            <a:endParaRPr/>
          </a:p>
          <a:p>
            <a:pPr>
              <a:defRPr/>
            </a:pPr>
            <a:r>
              <a:rPr/>
              <a:t>• Keep software updated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7601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Real-World Example</a:t>
            </a:r>
            <a:endParaRPr/>
          </a:p>
        </p:txBody>
      </p:sp>
      <p:sp>
        <p:nvSpPr>
          <p:cNvPr id="138243318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 fake bank email asks you to verify your account through a suspicious link. Always visit the official website directly.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2905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Quiz &amp; Conclusion</a:t>
            </a:r>
            <a:endParaRPr/>
          </a:p>
        </p:txBody>
      </p:sp>
      <p:sp>
        <p:nvSpPr>
          <p:cNvPr id="151154454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1. Should you click unknown links? No.</a:t>
            </a:r>
            <a:endParaRPr/>
          </a:p>
          <a:p>
            <a:pPr>
              <a:defRPr/>
            </a:pPr>
            <a:r>
              <a:rPr/>
              <a:t>2. What is 2FA? Two-Factor Authentication.</a:t>
            </a:r>
            <a:endParaRPr/>
          </a:p>
          <a:p>
            <a:pPr>
              <a:defRPr/>
            </a:pPr>
            <a:r>
              <a:rPr/>
              <a:t>3. Is urgency a phishing tactic? Yes.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Awareness is the best defense.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2026-06-16T11:51:17Z</dcterms:modified>
  <cp:category/>
</cp:coreProperties>
</file>